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EduSlide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to Artificial Intelligence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/>
            </a:pPr>
            <a:r>
              <a:t>Key concept and overview</a:t>
            </a:r>
          </a:p>
          <a:p>
            <a:pPr>
              <a:spcBef>
                <a:spcPts val="1200"/>
              </a:spcBef>
              <a:defRPr sz="1800"/>
            </a:pPr>
            <a:r>
              <a:t>Important details and information</a:t>
            </a:r>
          </a:p>
          <a:p>
            <a:pPr>
              <a:spcBef>
                <a:spcPts val="1200"/>
              </a:spcBef>
              <a:defRPr sz="1800"/>
            </a:pPr>
            <a:r>
              <a:t>Practical applications</a:t>
            </a:r>
          </a:p>
          <a:p>
            <a:pPr>
              <a:spcBef>
                <a:spcPts val="1200"/>
              </a:spcBef>
              <a:defRPr sz="1800"/>
            </a:pPr>
            <a:r>
              <a:t>Summary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Visual: Add relevant diagram or illustration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to Artificial Intelligence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/>
            </a:pPr>
            <a:r>
              <a:t>Key concept and overview</a:t>
            </a:r>
          </a:p>
          <a:p>
            <a:pPr>
              <a:spcBef>
                <a:spcPts val="1200"/>
              </a:spcBef>
              <a:defRPr sz="1800"/>
            </a:pPr>
            <a:r>
              <a:t>Important details and information</a:t>
            </a:r>
          </a:p>
          <a:p>
            <a:pPr>
              <a:spcBef>
                <a:spcPts val="1200"/>
              </a:spcBef>
              <a:defRPr sz="1800"/>
            </a:pPr>
            <a:r>
              <a:t>Practical applications</a:t>
            </a:r>
          </a:p>
          <a:p>
            <a:pPr>
              <a:spcBef>
                <a:spcPts val="1200"/>
              </a:spcBef>
              <a:defRPr sz="1800"/>
            </a:pPr>
            <a:r>
              <a:t>Summary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Visual: Add relevant diagram or illustration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to Artificial Intelligence -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/>
            </a:pPr>
            <a:r>
              <a:t>Key concept and overview</a:t>
            </a:r>
          </a:p>
          <a:p>
            <a:pPr>
              <a:spcBef>
                <a:spcPts val="1200"/>
              </a:spcBef>
              <a:defRPr sz="1800"/>
            </a:pPr>
            <a:r>
              <a:t>Important details and information</a:t>
            </a:r>
          </a:p>
          <a:p>
            <a:pPr>
              <a:spcBef>
                <a:spcPts val="1200"/>
              </a:spcBef>
              <a:defRPr sz="1800"/>
            </a:pPr>
            <a:r>
              <a:t>Practical applications</a:t>
            </a:r>
          </a:p>
          <a:p>
            <a:pPr>
              <a:spcBef>
                <a:spcPts val="1200"/>
              </a:spcBef>
              <a:defRPr sz="1800"/>
            </a:pPr>
            <a:r>
              <a:t>Summary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Visual: Add relevant diagram or illustration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to Artificial Intelligence -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/>
            </a:pPr>
            <a:r>
              <a:t>Key concept and overview</a:t>
            </a:r>
          </a:p>
          <a:p>
            <a:pPr>
              <a:spcBef>
                <a:spcPts val="1200"/>
              </a:spcBef>
              <a:defRPr sz="1800"/>
            </a:pPr>
            <a:r>
              <a:t>Important details and information</a:t>
            </a:r>
          </a:p>
          <a:p>
            <a:pPr>
              <a:spcBef>
                <a:spcPts val="1200"/>
              </a:spcBef>
              <a:defRPr sz="1800"/>
            </a:pPr>
            <a:r>
              <a:t>Practical applications</a:t>
            </a:r>
          </a:p>
          <a:p>
            <a:pPr>
              <a:spcBef>
                <a:spcPts val="1200"/>
              </a:spcBef>
              <a:defRPr sz="1800"/>
            </a:pPr>
            <a:r>
              <a:t>Summary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Visual: Add relevant diagram or illustration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to Artificial Intelligence - 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/>
            </a:pPr>
            <a:r>
              <a:t>Key concept and overview</a:t>
            </a:r>
          </a:p>
          <a:p>
            <a:pPr>
              <a:spcBef>
                <a:spcPts val="1200"/>
              </a:spcBef>
              <a:defRPr sz="1800"/>
            </a:pPr>
            <a:r>
              <a:t>Important details and information</a:t>
            </a:r>
          </a:p>
          <a:p>
            <a:pPr>
              <a:spcBef>
                <a:spcPts val="1200"/>
              </a:spcBef>
              <a:defRPr sz="1800"/>
            </a:pPr>
            <a:r>
              <a:t>Practical applications</a:t>
            </a:r>
          </a:p>
          <a:p>
            <a:pPr>
              <a:spcBef>
                <a:spcPts val="1200"/>
              </a:spcBef>
              <a:defRPr sz="1800"/>
            </a:pPr>
            <a:r>
              <a:t>Summary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Visual: Add relevant diagram or illustration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to Artificial Intelligence - Part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/>
            </a:pPr>
            <a:r>
              <a:t>Key concept and overview</a:t>
            </a:r>
          </a:p>
          <a:p>
            <a:pPr>
              <a:spcBef>
                <a:spcPts val="1200"/>
              </a:spcBef>
              <a:defRPr sz="1800"/>
            </a:pPr>
            <a:r>
              <a:t>Important details and information</a:t>
            </a:r>
          </a:p>
          <a:p>
            <a:pPr>
              <a:spcBef>
                <a:spcPts val="1200"/>
              </a:spcBef>
              <a:defRPr sz="1800"/>
            </a:pPr>
            <a:r>
              <a:t>Practical applications</a:t>
            </a:r>
          </a:p>
          <a:p>
            <a:pPr>
              <a:spcBef>
                <a:spcPts val="1200"/>
              </a:spcBef>
              <a:defRPr sz="1800"/>
            </a:pPr>
            <a:r>
              <a:t>Summary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Visual: Add relevant diagram or illustration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to Artificial Intelligence - Part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/>
            </a:pPr>
            <a:r>
              <a:t>Key concept and overview</a:t>
            </a:r>
          </a:p>
          <a:p>
            <a:pPr>
              <a:spcBef>
                <a:spcPts val="1200"/>
              </a:spcBef>
              <a:defRPr sz="1800"/>
            </a:pPr>
            <a:r>
              <a:t>Important details and information</a:t>
            </a:r>
          </a:p>
          <a:p>
            <a:pPr>
              <a:spcBef>
                <a:spcPts val="1200"/>
              </a:spcBef>
              <a:defRPr sz="1800"/>
            </a:pPr>
            <a:r>
              <a:t>Practical applications</a:t>
            </a:r>
          </a:p>
          <a:p>
            <a:pPr>
              <a:spcBef>
                <a:spcPts val="1200"/>
              </a:spcBef>
              <a:defRPr sz="1800"/>
            </a:pPr>
            <a:r>
              <a:t>Summary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Visual: Add relevant diagram or illustration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to Artificial Intelligence - Part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/>
            </a:pPr>
            <a:r>
              <a:t>Key concept and overview</a:t>
            </a:r>
          </a:p>
          <a:p>
            <a:pPr>
              <a:spcBef>
                <a:spcPts val="1200"/>
              </a:spcBef>
              <a:defRPr sz="1800"/>
            </a:pPr>
            <a:r>
              <a:t>Important details and information</a:t>
            </a:r>
          </a:p>
          <a:p>
            <a:pPr>
              <a:spcBef>
                <a:spcPts val="1200"/>
              </a:spcBef>
              <a:defRPr sz="1800"/>
            </a:pPr>
            <a:r>
              <a:t>Practical applications</a:t>
            </a:r>
          </a:p>
          <a:p>
            <a:pPr>
              <a:spcBef>
                <a:spcPts val="1200"/>
              </a:spcBef>
              <a:defRPr sz="1800"/>
            </a:pPr>
            <a:r>
              <a:t>Summary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Visual: Add relevant diagram or illustration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to Artificial Intelligence - Part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/>
            </a:pPr>
            <a:r>
              <a:t>Key concept and overview</a:t>
            </a:r>
          </a:p>
          <a:p>
            <a:pPr>
              <a:spcBef>
                <a:spcPts val="1200"/>
              </a:spcBef>
              <a:defRPr sz="1800"/>
            </a:pPr>
            <a:r>
              <a:t>Important details and information</a:t>
            </a:r>
          </a:p>
          <a:p>
            <a:pPr>
              <a:spcBef>
                <a:spcPts val="1200"/>
              </a:spcBef>
              <a:defRPr sz="1800"/>
            </a:pPr>
            <a:r>
              <a:t>Practical applications</a:t>
            </a:r>
          </a:p>
          <a:p>
            <a:pPr>
              <a:spcBef>
                <a:spcPts val="1200"/>
              </a:spcBef>
              <a:defRPr sz="1800"/>
            </a:pPr>
            <a:r>
              <a:t>Summary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Visual: Add relevant diagram or illustration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to Artificial Intelligence - Part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800"/>
            </a:pPr>
            <a:r>
              <a:t>Key concept and overview</a:t>
            </a:r>
          </a:p>
          <a:p>
            <a:pPr>
              <a:spcBef>
                <a:spcPts val="1200"/>
              </a:spcBef>
              <a:defRPr sz="1800"/>
            </a:pPr>
            <a:r>
              <a:t>Important details and information</a:t>
            </a:r>
          </a:p>
          <a:p>
            <a:pPr>
              <a:spcBef>
                <a:spcPts val="1200"/>
              </a:spcBef>
              <a:defRPr sz="1800"/>
            </a:pPr>
            <a:r>
              <a:t>Practical applications</a:t>
            </a:r>
          </a:p>
          <a:p>
            <a:pPr>
              <a:spcBef>
                <a:spcPts val="1200"/>
              </a:spcBef>
              <a:defRPr sz="1800"/>
            </a:pPr>
            <a:r>
              <a:t>Summary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Visual: Add relevant diagram or illustration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